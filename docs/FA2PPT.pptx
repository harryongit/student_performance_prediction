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6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24318" y="1043940"/>
            <a:ext cx="58953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028848" y="1882140"/>
            <a:ext cx="50861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System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665576" y="2796540"/>
            <a:ext cx="38128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FINAL IMPLEMENTATION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454750" y="3444240"/>
            <a:ext cx="423450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Harivdan Narayanshastri | MTech AI &amp; DS, Semester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924981" y="3912870"/>
            <a:ext cx="329391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- FA2 Assessment | December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Implementation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End-to-end ML pipeline with complete preprocessing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 trained models: Logistic Regression, Decision Tree, Random Forest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Grid Search optimization achieving 92%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Comprehensive metrics: Accuracy, Precision, Recall, F1-Score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 importance analysis &amp; actionable insights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90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Student Data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87452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395 student records, 30 features after preprocessing, Binary target (Pass/Fail)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323469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Processing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630931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grade leakage (G1, G2, G3), encoded categorical features, normalized numerical data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249" y="1635370"/>
            <a:ext cx="1219795" cy="1269444"/>
          </a:xfrm>
          <a:prstGeom prst="rect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32049" y="1635370"/>
            <a:ext cx="1219795" cy="1269444"/>
          </a:xfrm>
          <a:prstGeom prst="rect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60849" y="1635370"/>
            <a:ext cx="1219795" cy="1269444"/>
          </a:xfrm>
          <a:prstGeom prst="rect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Final Model Performance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524223" y="1863970"/>
            <a:ext cx="77784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24223" y="2473570"/>
            <a:ext cx="777847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353023" y="1863970"/>
            <a:ext cx="77784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53023" y="2473571"/>
            <a:ext cx="777847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5181823" y="1863970"/>
            <a:ext cx="77784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81821" y="2473571"/>
            <a:ext cx="777847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40" dirty="0"/>
          </a:p>
        </p:txBody>
      </p:sp>
      <p:sp>
        <p:nvSpPr>
          <p:cNvPr id="15" name="Text 3"/>
          <p:cNvSpPr/>
          <p:nvPr/>
        </p:nvSpPr>
        <p:spPr>
          <a:xfrm>
            <a:off x="6789649" y="1635370"/>
            <a:ext cx="1198840" cy="1269444"/>
          </a:xfrm>
          <a:prstGeom prst="rect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7010833" y="1863970"/>
            <a:ext cx="75647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7010833" y="2473570"/>
            <a:ext cx="756473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010364"/>
          </a:xfrm>
          <a:prstGeom prst="rect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12446"/>
            <a:ext cx="7924800" cy="1010364"/>
          </a:xfrm>
          <a:prstGeom prst="rect">
            <a:avLst/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75210"/>
            <a:ext cx="7924800" cy="1010364"/>
          </a:xfrm>
          <a:prstGeom prst="rect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Model Results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82880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86% | Fast baseline with interpretable coefficients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641046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91564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89% | Highly interpretable decision rules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380381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(Tuned) 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15433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92% | Best performance via ensemble + grid search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Success Factors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Past Failures: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Strongest predictor of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Study Time: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 positive correlation with success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Absences: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impact on student outcomes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Parental Education: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Important socio-demographic factor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Optimization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hyperparameter tuning improved accuracy by 3%: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 trees (from 50)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 levels (prevents overfitting)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min_samples_split: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samples per split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5-fold validation for stability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91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 Strategy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Train-Test Split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82880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training | 20% testing for unbiased evaluation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323469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3585209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 on training set to ensure model robustness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Intervention: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at-risk students 4-6 weeks before exams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Support: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Data-driven recommendations for tutoring/counseling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Optimization: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Allocate support efficiently based on risk scores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 Insight: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importance shows what really matters for success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implementation confirms and validates educational research: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failures are the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predictor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 outperform single models by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achieves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accuracy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interpretable insights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+ behavioral features together provide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prediction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7767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55052"/>
            <a:ext cx="7924800" cy="17767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Next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2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1828800"/>
            <a:ext cx="7315200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institution data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course only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(~2:1)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38200" y="3483652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3834171"/>
            <a:ext cx="7315200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for class balancing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models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Tech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3.x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Core ML development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ML models, preprocessing, evaluation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&amp; NumPy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Data manipulation &amp; analysis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Experimentation &amp; documentation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&amp; Seaborn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Visualization &amp; insights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4011" y="1638300"/>
            <a:ext cx="4055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Conclusion &amp;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2278382"/>
            <a:ext cx="79248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ML system transforms education from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to proactive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With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accuracy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we enable early identification of at-risk students for timely, targeted intervention.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71282" y="3318509"/>
            <a:ext cx="660131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end-to-end ML pipeline | ✓ Production-ready implementation | ✓ Actionable insights for educators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7359" y="2966084"/>
            <a:ext cx="3789164" cy="1017270"/>
          </a:xfrm>
          <a:prstGeom prst="rect">
            <a:avLst/>
          </a:prstGeom>
          <a:noFill/>
          <a:ln w="2286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39007" y="1568111"/>
            <a:ext cx="32658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639467" y="3293748"/>
            <a:ext cx="386494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Guide: Prof. Gulbakshi Dharmale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39467" y="3609975"/>
            <a:ext cx="386494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Assessment 2 | MIT21PC02 - AI &amp; ML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519</Words>
  <Application>Microsoft Office PowerPoint</Application>
  <PresentationFormat>On-screen Show (16:9)</PresentationFormat>
  <Paragraphs>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harry shastri</cp:lastModifiedBy>
  <cp:revision>3</cp:revision>
  <dcterms:created xsi:type="dcterms:W3CDTF">2025-12-29T07:17:56Z</dcterms:created>
  <dcterms:modified xsi:type="dcterms:W3CDTF">2025-12-29T07:20:03Z</dcterms:modified>
</cp:coreProperties>
</file>